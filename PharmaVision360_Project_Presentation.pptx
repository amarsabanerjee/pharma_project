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6799990" cy="960438"/>
          </a:xfrm>
        </p:spPr>
        <p:txBody>
          <a:bodyPr>
            <a:normAutofit/>
          </a:bodyPr>
          <a:lstStyle/>
          <a:p>
            <a:r>
              <a:rPr lang="en-US" dirty="0"/>
              <a:t>Pharma-Vision 360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528" y="1570370"/>
            <a:ext cx="7624916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End-to-End Pharmaceutical Analytics Using Descriptive, Diagnostic, Predictive &amp; Prescriptive Intelligence</a:t>
            </a:r>
          </a:p>
          <a:p>
            <a:endParaRPr dirty="0"/>
          </a:p>
          <a:p>
            <a:pPr marL="0" indent="0">
              <a:buNone/>
            </a:pPr>
            <a:r>
              <a:rPr i="1" dirty="0"/>
              <a:t>By Amarsa Banerjee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7992" y="206476"/>
            <a:ext cx="8088015" cy="6145161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Business Growth with solid fill">
            <a:extLst>
              <a:ext uri="{FF2B5EF4-FFF2-40B4-BE49-F238E27FC236}">
                <a16:creationId xmlns:a16="http://schemas.microsoft.com/office/drawing/2014/main" id="{3A7A959F-F361-55B6-9ABF-4C0FDF91C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742" y="3040626"/>
            <a:ext cx="1585452" cy="15854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839" y="1600200"/>
            <a:ext cx="7506929" cy="4525963"/>
          </a:xfrm>
        </p:spPr>
        <p:txBody>
          <a:bodyPr/>
          <a:lstStyle/>
          <a:p>
            <a:r>
              <a:rPr dirty="0"/>
              <a:t>Fluctuating medicine demand and revenue instability</a:t>
            </a:r>
          </a:p>
          <a:p>
            <a:r>
              <a:rPr dirty="0"/>
              <a:t>Inventory shortages and expiry risks</a:t>
            </a:r>
          </a:p>
          <a:p>
            <a:r>
              <a:rPr dirty="0"/>
              <a:t>Supplier delays affecting operations</a:t>
            </a:r>
          </a:p>
          <a:p>
            <a:r>
              <a:rPr dirty="0"/>
              <a:t>Need for data-driven pharmaceutical decision-making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1376"/>
            <a:ext cx="8229600" cy="6217920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504" y="1600200"/>
            <a:ext cx="8229600" cy="4525963"/>
          </a:xfrm>
        </p:spPr>
        <p:txBody>
          <a:bodyPr/>
          <a:lstStyle/>
          <a:p>
            <a:r>
              <a:rPr dirty="0"/>
              <a:t> Analyze pharmaceutical sales and revenue trends</a:t>
            </a:r>
          </a:p>
          <a:p>
            <a:r>
              <a:rPr dirty="0"/>
              <a:t>Monitor inventory and warehouse efficiency</a:t>
            </a:r>
          </a:p>
          <a:p>
            <a:r>
              <a:rPr dirty="0"/>
              <a:t> Evaluate supplier performance</a:t>
            </a:r>
          </a:p>
          <a:p>
            <a:r>
              <a:rPr dirty="0"/>
              <a:t> Forecast future medicine demand</a:t>
            </a:r>
          </a:p>
          <a:p>
            <a:r>
              <a:rPr lang="en-US" dirty="0"/>
              <a:t> </a:t>
            </a:r>
            <a:r>
              <a:rPr dirty="0"/>
              <a:t>Generate actionable business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0705"/>
            <a:ext cx="8229600" cy="6217920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503" y="1646237"/>
            <a:ext cx="8229600" cy="4525963"/>
          </a:xfrm>
        </p:spPr>
        <p:txBody>
          <a:bodyPr/>
          <a:lstStyle/>
          <a:p>
            <a:r>
              <a:rPr dirty="0"/>
              <a:t> Python (Pandas, NumPy, Matplotlib, </a:t>
            </a:r>
            <a:r>
              <a:rPr dirty="0" err="1"/>
              <a:t>Statsmodels</a:t>
            </a:r>
            <a:r>
              <a:rPr dirty="0"/>
              <a:t>)</a:t>
            </a:r>
          </a:p>
          <a:p>
            <a:r>
              <a:rPr dirty="0"/>
              <a:t> SQL / MySQL</a:t>
            </a:r>
          </a:p>
          <a:p>
            <a:r>
              <a:rPr lang="en-US" dirty="0"/>
              <a:t> </a:t>
            </a:r>
            <a:r>
              <a:rPr dirty="0"/>
              <a:t>Looker Studio</a:t>
            </a:r>
          </a:p>
          <a:p>
            <a:r>
              <a:rPr dirty="0"/>
              <a:t>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r>
              <a:rPr lang="en-US" dirty="0"/>
              <a:t> </a:t>
            </a:r>
            <a:r>
              <a:rPr dirty="0"/>
              <a:t>Statistical &amp; Forecasting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8229600" cy="6217920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167" y="1597742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 Sales Data</a:t>
            </a:r>
          </a:p>
          <a:p>
            <a:r>
              <a:rPr dirty="0"/>
              <a:t> Medicines Data</a:t>
            </a:r>
          </a:p>
          <a:p>
            <a:r>
              <a:rPr dirty="0"/>
              <a:t> Inventory Data</a:t>
            </a:r>
          </a:p>
          <a:p>
            <a:r>
              <a:rPr dirty="0"/>
              <a:t> Supplier Data</a:t>
            </a:r>
          </a:p>
          <a:p>
            <a:r>
              <a:rPr dirty="0"/>
              <a:t> Warehouse Data</a:t>
            </a:r>
          </a:p>
          <a:p>
            <a:endParaRPr dirty="0"/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b="1" dirty="0"/>
              <a:t>Pipeline:</a:t>
            </a:r>
          </a:p>
          <a:p>
            <a:r>
              <a:rPr i="1" dirty="0"/>
              <a:t>Excel → Python Cleaning → SQL Storage → Analysis → Dashboarding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8229600" cy="6217920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0606"/>
            <a:ext cx="7998542" cy="77495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dirty="0"/>
              <a:t>Descriptive &amp; Diagnostic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666" y="1632155"/>
            <a:ext cx="8229600" cy="4525963"/>
          </a:xfrm>
        </p:spPr>
        <p:txBody>
          <a:bodyPr/>
          <a:lstStyle/>
          <a:p>
            <a:r>
              <a:rPr dirty="0"/>
              <a:t> Monthly revenue trend analysis</a:t>
            </a:r>
          </a:p>
          <a:p>
            <a:r>
              <a:rPr dirty="0"/>
              <a:t> Warehouse revenue performance</a:t>
            </a:r>
          </a:p>
          <a:p>
            <a:r>
              <a:rPr dirty="0"/>
              <a:t> Top medicines by revenue</a:t>
            </a:r>
          </a:p>
          <a:p>
            <a:r>
              <a:rPr dirty="0"/>
              <a:t> Inventory and expiry risk analysis</a:t>
            </a:r>
          </a:p>
          <a:p>
            <a:r>
              <a:rPr dirty="0"/>
              <a:t> Supplier lead time evaluation</a:t>
            </a:r>
          </a:p>
          <a:p>
            <a:r>
              <a:rPr dirty="0"/>
              <a:t> Correlation and anomaly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8229600" cy="6217920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&amp; Statistical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Trend decomposition</a:t>
            </a:r>
          </a:p>
          <a:p>
            <a:r>
              <a:rPr dirty="0"/>
              <a:t> Seasonality analysis</a:t>
            </a:r>
          </a:p>
          <a:p>
            <a:r>
              <a:rPr dirty="0"/>
              <a:t> Moving average trend analysis</a:t>
            </a:r>
          </a:p>
          <a:p>
            <a:r>
              <a:rPr dirty="0"/>
              <a:t> Revenue growth analysis</a:t>
            </a:r>
          </a:p>
          <a:p>
            <a:r>
              <a:rPr dirty="0"/>
              <a:t> ARIMA demand forecasting</a:t>
            </a:r>
          </a:p>
          <a:p>
            <a:r>
              <a:rPr dirty="0"/>
              <a:t> Future sales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82880"/>
            <a:ext cx="8229600" cy="6217920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Executive Sales Dashboard</a:t>
            </a:r>
          </a:p>
          <a:p>
            <a:r>
              <a:rPr dirty="0"/>
              <a:t> Inventory Monitoring Dashboard</a:t>
            </a:r>
          </a:p>
          <a:p>
            <a:r>
              <a:rPr dirty="0"/>
              <a:t> Supplier Performance Dashboard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b="1" dirty="0"/>
              <a:t>	</a:t>
            </a:r>
            <a:r>
              <a:rPr b="1" dirty="0"/>
              <a:t>KPIs Included</a:t>
            </a:r>
            <a:r>
              <a:rPr dirty="0"/>
              <a:t>:</a:t>
            </a:r>
          </a:p>
          <a:p>
            <a:r>
              <a:rPr i="1" dirty="0"/>
              <a:t>Revenue, Quantity Sold, Expiry Risk, Lead Time, Forecast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82880"/>
            <a:ext cx="8229600" cy="6217920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005484" cy="960438"/>
          </a:xfrm>
        </p:spPr>
        <p:txBody>
          <a:bodyPr>
            <a:normAutofit fontScale="90000"/>
          </a:bodyPr>
          <a:lstStyle/>
          <a:p>
            <a:r>
              <a:rPr dirty="0"/>
              <a:t>Key Business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586" y="1600200"/>
            <a:ext cx="7502013" cy="4525963"/>
          </a:xfrm>
        </p:spPr>
        <p:txBody>
          <a:bodyPr/>
          <a:lstStyle/>
          <a:p>
            <a:r>
              <a:rPr dirty="0"/>
              <a:t> Strong correlation between sales and revenue</a:t>
            </a:r>
          </a:p>
          <a:p>
            <a:r>
              <a:rPr dirty="0"/>
              <a:t> Seasonal demand patterns identified</a:t>
            </a:r>
          </a:p>
          <a:p>
            <a:r>
              <a:rPr dirty="0"/>
              <a:t> High dependency on top-performing medicines</a:t>
            </a:r>
          </a:p>
          <a:p>
            <a:r>
              <a:rPr dirty="0"/>
              <a:t> Optimize inventory using forecasting</a:t>
            </a:r>
          </a:p>
          <a:p>
            <a:r>
              <a:rPr dirty="0"/>
              <a:t> Improve supplier coordination and warehouse allocation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99" y="314632"/>
            <a:ext cx="8195187" cy="6086168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08606" cy="629930"/>
          </a:xfrm>
        </p:spPr>
        <p:txBody>
          <a:bodyPr>
            <a:normAutofit fontScale="90000"/>
          </a:bodyPr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233" y="1181662"/>
            <a:ext cx="7870722" cy="441289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Developed a complete pharmaceutical analytics framework integrating Python, SQL, and BI tools.</a:t>
            </a:r>
          </a:p>
          <a:p>
            <a:endParaRPr dirty="0"/>
          </a:p>
          <a:p>
            <a:r>
              <a:rPr b="1" dirty="0"/>
              <a:t>The project demonstrates:</a:t>
            </a:r>
          </a:p>
          <a:p>
            <a:r>
              <a:rPr dirty="0"/>
              <a:t> Descriptive Analytics</a:t>
            </a:r>
          </a:p>
          <a:p>
            <a:r>
              <a:rPr dirty="0"/>
              <a:t> Diagnostic Analytics</a:t>
            </a:r>
          </a:p>
          <a:p>
            <a:r>
              <a:rPr dirty="0"/>
              <a:t> Predictive Analytics</a:t>
            </a:r>
          </a:p>
          <a:p>
            <a:r>
              <a:rPr dirty="0"/>
              <a:t> Prescriptive Analytics</a:t>
            </a:r>
          </a:p>
          <a:p>
            <a:endParaRPr dirty="0"/>
          </a:p>
          <a:p>
            <a:r>
              <a:rPr b="1" dirty="0"/>
              <a:t>Result:</a:t>
            </a:r>
            <a:r>
              <a:rPr dirty="0"/>
              <a:t> </a:t>
            </a:r>
            <a:r>
              <a:rPr i="1" dirty="0"/>
              <a:t>Data-driven insights for operational optimization and strategic decision-making.</a:t>
            </a:r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r>
              <a:rPr lang="en-IN" b="1" dirty="0"/>
              <a:t>	Thank you.</a:t>
            </a:r>
            <a:endParaRPr lang="en-US" b="1" dirty="0"/>
          </a:p>
          <a:p>
            <a:endParaRPr i="1" dirty="0"/>
          </a:p>
        </p:txBody>
      </p:sp>
      <p:sp>
        <p:nvSpPr>
          <p:cNvPr id="4" name="Rounded Rectangle 3"/>
          <p:cNvSpPr/>
          <p:nvPr/>
        </p:nvSpPr>
        <p:spPr>
          <a:xfrm>
            <a:off x="570271" y="274638"/>
            <a:ext cx="8063435" cy="6126162"/>
          </a:xfrm>
          <a:prstGeom prst="roundRect">
            <a:avLst/>
          </a:prstGeom>
          <a:noFill/>
          <a:ln w="27432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307</Words>
  <Application>Microsoft Office PowerPoint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Pharma-Vision 360</vt:lpstr>
      <vt:lpstr>Business Problem Statement</vt:lpstr>
      <vt:lpstr>Project Objectives</vt:lpstr>
      <vt:lpstr>Tools &amp; Technologies Used</vt:lpstr>
      <vt:lpstr>Dataset &amp; Data Pipeline</vt:lpstr>
      <vt:lpstr> Descriptive &amp; Diagnostic Analytics</vt:lpstr>
      <vt:lpstr>Predictive &amp; Statistical Analytics</vt:lpstr>
      <vt:lpstr>Dashboard &amp; Visualization</vt:lpstr>
      <vt:lpstr>Key Business Insights &amp;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Amarsa Banerjee</cp:lastModifiedBy>
  <cp:revision>3</cp:revision>
  <dcterms:created xsi:type="dcterms:W3CDTF">2013-01-27T09:14:16Z</dcterms:created>
  <dcterms:modified xsi:type="dcterms:W3CDTF">2026-05-25T14:53:34Z</dcterms:modified>
  <cp:category/>
</cp:coreProperties>
</file>